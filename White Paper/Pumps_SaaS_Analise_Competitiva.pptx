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SaaS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11480" y="2606040"/>
            <a:ext cx="8686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Máxima Robustez Técnica.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Fração do Custo dos Softwares Desktop.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4023360"/>
            <a:ext cx="5029200" cy="36576"/>
          </a:xfrm>
          <a:prstGeom prst="rect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  ·  Custo × Robustez  ·  Simulação Hidráulica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5120640"/>
            <a:ext cx="201168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166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9.8/10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11480" y="5687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0" y="5120640"/>
            <a:ext cx="201168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5166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~$1.500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743200" y="5687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OPEX/ano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74920" y="5120640"/>
            <a:ext cx="2011680" cy="914400"/>
          </a:xfrm>
          <a:prstGeom prst="rect">
            <a:avLst/>
          </a:prstGeom>
          <a:solidFill>
            <a:srgbClr val="112244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5166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5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−90%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074920" y="5687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Desktop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SaaS  ·  2025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11430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Oceano Azul do Pumps SaaS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3716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Cálculo Enterprise sem o Custo de Software Desktop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28800"/>
            <a:ext cx="11612880" cy="4480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0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 das bolhas proporcional ao TCO estimado (5 anos)  ·  Escala de robustez: convergência e método numérico (Brent Method)  ·  Posicionamento baseado em benchmarks públicos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400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DE SOLUÇÕES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 SaaS vs. Alternativas do Mercado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11430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Pumps SaaS ocupa o melhor quadrante: alta robustez com custo acessível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11430000" cy="420624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1828800"/>
                <a:gridCol w="228600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Robustez (0-10)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Adoção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Método Numérico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3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✦ Pumps SaaS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~$1.500/ano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/ OPEX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A9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 Fathom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~$15.000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/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Newton-Raphson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Pipe-Flo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/ CAPEX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Hardy-Cross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EPANET (Adap.)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~$2.000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Planilhas Internas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Iteração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Calculadoras 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documentado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0F4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537960"/>
            <a:ext cx="1143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robustez baseados em avaliação de convergência e estabilidade numérica  ·  Custos estimados com base em benchmarks públicos disponíveis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PASSO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155448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Experimente o Pumps SaaS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compromisso.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11480" y="347472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de software enterprise, custo de assinatura SaaS.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F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Method integrado. Deploy imediato. Sem instalação.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4572000"/>
            <a:ext cx="3474720" cy="685800"/>
          </a:xfrm>
          <a:prstGeom prst="rect">
            <a:avLst/>
          </a:prstGeom>
          <a:solidFill>
            <a:srgbClr val="005A9C"/>
          </a:solidFill>
          <a:ln w="12700">
            <a:solidFill>
              <a:srgbClr val="005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57200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Iniciar Avaliação Gratuita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5760720"/>
            <a:ext cx="5029200" cy="36576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5897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6A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pumps-saas.com  ·  contato@pumps-saas.com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Pumps SaaS – Análise Competitiva</dc:title>
  <dc:subject>PptxGenJS Presentation</dc:subject>
  <dc:creator>Pumps SaaS</dc:creator>
  <cp:lastModifiedBy>Pumps SaaS</cp:lastModifiedBy>
  <cp:revision>1</cp:revision>
  <dcterms:created xsi:type="dcterms:W3CDTF">2026-03-04T00:28:19Z</dcterms:created>
  <dcterms:modified xsi:type="dcterms:W3CDTF">2026-03-04T00:28:19Z</dcterms:modified>
</cp:coreProperties>
</file>